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pn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png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5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6.png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7.png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8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9.png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0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1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2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2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3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4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5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6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7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8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09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0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pic>
        <p:nvPicPr>
          <p:cNvPr id="2" name="Picture 1" descr="slide-11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